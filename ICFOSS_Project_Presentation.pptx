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Flight Fare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Machine Learning</a:t>
            </a:r>
          </a:p>
          <a:p/>
          <a:p>
            <a:r>
              <a:t>Submitted by: Karthik KS</a:t>
            </a:r>
          </a:p>
          <a:p>
            <a:r>
              <a:t>ICFOSS Hybrid Internship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Conducted by International Centre for Free and Open Source Software (ICFOSS).</a:t>
            </a:r>
          </a:p>
          <a:p>
            <a:pPr/>
            <a:r>
              <a:t>Focuses on practical computing and open-source development.</a:t>
            </a:r>
          </a:p>
          <a:p>
            <a:pPr/>
            <a:r>
              <a:t>Bridges the gap between theory and hands-on implementation.</a:t>
            </a:r>
          </a:p>
          <a:p>
            <a:pPr/>
            <a:r>
              <a:t>Final objective: Develop and deploy a full machine learning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Airline ticket prices are highly dynamic and fluctuate based on various factors.</a:t>
            </a:r>
          </a:p>
          <a:p>
            <a:pPr/>
            <a:r>
              <a:t>Goal: Build a predictive model to estimate domestic flight prices in India.</a:t>
            </a:r>
          </a:p>
          <a:p>
            <a:pPr/>
            <a:r>
              <a:t>Provides users with a clear expectation of ticket costs before booking.</a:t>
            </a:r>
          </a:p>
          <a:p>
            <a:pPr/>
            <a:r>
              <a:t>Allows airlines to understand which features drive pricing the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Kaggle (Flight Price Prediction Dataset).</a:t>
            </a:r>
          </a:p>
          <a:p>
            <a:pPr/>
            <a:r>
              <a:t>Size: Over 300,153 flight booking records.</a:t>
            </a:r>
          </a:p>
          <a:p>
            <a:pPr/>
            <a:r>
              <a:t>Key Features Used:</a:t>
            </a:r>
          </a:p>
          <a:p>
            <a:pPr/>
            <a:r>
              <a:t> - Airline Name (Vistara, Air India, Indigo, etc.)</a:t>
            </a:r>
          </a:p>
          <a:p>
            <a:pPr/>
            <a:r>
              <a:t> - Source &amp; Destination Cities</a:t>
            </a:r>
          </a:p>
          <a:p>
            <a:pPr/>
            <a:r>
              <a:t> - Days Left until Departure</a:t>
            </a:r>
          </a:p>
          <a:p>
            <a:pPr/>
            <a:r>
              <a:t> - Flight Duration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Cleaning: Removed empty rows and invalid data.</a:t>
            </a:r>
          </a:p>
          <a:p>
            <a:pPr/>
            <a:r>
              <a:t>2. Outlier Removal: Used the IQR (Interquartile Range) method to remove crazy price spikes.</a:t>
            </a:r>
          </a:p>
          <a:p>
            <a:pPr/>
            <a:r>
              <a:t>3. Encoding: Used One-Hot Encoding to convert text (like Airline names) into numbers (0s and 1s).</a:t>
            </a:r>
          </a:p>
          <a:p>
            <a:pPr/>
            <a:r>
              <a:t>4. Scaling: Standardized numerical data (like duration) so the model trains fairly.</a:t>
            </a:r>
          </a:p>
          <a:p>
            <a:pPr/>
            <a:r>
              <a:t>5. Splitting: 80% data for training, 20% for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pic>
        <p:nvPicPr>
          <p:cNvPr id="3" name="Picture 2" descr="08_airline_count_and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2102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Machine Learning Models</a:t>
            </a:r>
          </a:p>
        </p:txBody>
      </p:sp>
      <p:pic>
        <p:nvPicPr>
          <p:cNvPr id="3" name="Picture 2" descr="12_model_comparison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208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Why Random Forest?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Regressor was the absolute best performer.</a:t>
            </a:r>
          </a:p>
          <a:p>
            <a:pPr/>
            <a:r>
              <a:t>R² Score: 98.56% (It explains 98.5% of the variance in ticket prices).</a:t>
            </a:r>
          </a:p>
          <a:p>
            <a:pPr/>
            <a:r>
              <a:t>Mean Absolute Error (MAE): Only ~1,250 INR.</a:t>
            </a:r>
          </a:p>
          <a:p>
            <a:pPr/>
            <a:r>
              <a:t>Why? Random Forest is an 'ensemble' model (it combines many decision trees), making it perfect for complex, non-linear airline pricing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 Deployment (Flask)</a:t>
            </a:r>
          </a:p>
        </p:txBody>
      </p:sp>
      <p:pic>
        <p:nvPicPr>
          <p:cNvPr id="3" name="Picture 2" descr="Screenshot 1 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6965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 Demo &amp;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